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6313" autoAdjust="0"/>
    <p:restoredTop sz="94660"/>
  </p:normalViewPr>
  <p:slideViewPr>
    <p:cSldViewPr>
      <p:cViewPr varScale="1">
        <p:scale>
          <a:sx n="61" d="100"/>
          <a:sy n="61" d="100"/>
        </p:scale>
        <p:origin x="-44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20D0B5-988A-4270-9B74-CE53060835A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</dgm:spPr>
      <dgm:t>
        <a:bodyPr/>
        <a:lstStyle/>
        <a:p>
          <a:endParaRPr lang="zh-TW" altLang="en-US"/>
        </a:p>
      </dgm:t>
    </dgm:pt>
    <dgm:pt modelId="{ABC70649-9573-4DB5-A4D0-48D1E4BA6520}">
      <dgm:prSet phldrT="[文字]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r>
            <a:rPr lang="en-US" altLang="zh-TW" dirty="0" smtClean="0"/>
            <a:t>me1</a:t>
          </a:r>
          <a:endParaRPr lang="zh-TW" altLang="en-US" dirty="0"/>
        </a:p>
      </dgm:t>
    </dgm:pt>
    <dgm:pt modelId="{3FD2ABD7-F6D0-4499-9DFA-927F4D297C72}" type="parTrans" cxnId="{5EE669B6-A6EE-460C-AC47-73A0A9488F8D}">
      <dgm:prSet/>
      <dgm:spPr/>
      <dgm:t>
        <a:bodyPr/>
        <a:lstStyle/>
        <a:p>
          <a:endParaRPr lang="zh-TW" altLang="en-US"/>
        </a:p>
      </dgm:t>
    </dgm:pt>
    <dgm:pt modelId="{BEEC7542-8B44-4003-9E0E-FA2E8F16BB17}" type="sibTrans" cxnId="{5EE669B6-A6EE-460C-AC47-73A0A9488F8D}">
      <dgm:prSet/>
      <dgm:spPr/>
      <dgm:t>
        <a:bodyPr/>
        <a:lstStyle/>
        <a:p>
          <a:endParaRPr lang="zh-TW" altLang="en-US"/>
        </a:p>
      </dgm:t>
    </dgm:pt>
    <dgm:pt modelId="{831BDE13-4854-44CD-B9BF-1A7DC91B05E8}">
      <dgm:prSet phldrT="[文字]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r>
            <a:rPr lang="en-US" altLang="zh-TW" dirty="0" smtClean="0"/>
            <a:t>me2</a:t>
          </a:r>
          <a:endParaRPr lang="zh-TW" altLang="en-US" dirty="0"/>
        </a:p>
      </dgm:t>
    </dgm:pt>
    <dgm:pt modelId="{C46DC4DB-558B-4B8A-A79A-E94AC093B9F9}" type="parTrans" cxnId="{9F4EEAB9-4373-4D26-AD04-6B036803D7F3}">
      <dgm:prSet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endParaRPr lang="zh-TW" altLang="en-US"/>
        </a:p>
      </dgm:t>
    </dgm:pt>
    <dgm:pt modelId="{0A035D5D-6C90-471C-A4BF-369F8DA939C6}" type="sibTrans" cxnId="{9F4EEAB9-4373-4D26-AD04-6B036803D7F3}">
      <dgm:prSet/>
      <dgm:spPr/>
      <dgm:t>
        <a:bodyPr/>
        <a:lstStyle/>
        <a:p>
          <a:endParaRPr lang="zh-TW" altLang="en-US"/>
        </a:p>
      </dgm:t>
    </dgm:pt>
    <dgm:pt modelId="{19F0209F-4FE1-419F-B191-A7922ADD5172}">
      <dgm:prSet phldrT="[文字]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r>
            <a:rPr lang="en-US" altLang="zh-TW" dirty="0" smtClean="0"/>
            <a:t>me3</a:t>
          </a:r>
          <a:endParaRPr lang="zh-TW" altLang="en-US" dirty="0"/>
        </a:p>
      </dgm:t>
    </dgm:pt>
    <dgm:pt modelId="{BEC3CC92-65B0-478B-ACA9-32E1E1F5A261}" type="parTrans" cxnId="{8D16CC3A-6751-40B9-904B-5229696508EC}">
      <dgm:prSet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endParaRPr lang="zh-TW" altLang="en-US"/>
        </a:p>
      </dgm:t>
    </dgm:pt>
    <dgm:pt modelId="{A5A2C6D1-3BE7-4461-9FEB-3E63E3E52B4A}" type="sibTrans" cxnId="{8D16CC3A-6751-40B9-904B-5229696508EC}">
      <dgm:prSet/>
      <dgm:spPr/>
      <dgm:t>
        <a:bodyPr/>
        <a:lstStyle/>
        <a:p>
          <a:endParaRPr lang="zh-TW" altLang="en-US"/>
        </a:p>
      </dgm:t>
    </dgm:pt>
    <dgm:pt modelId="{5CECD5E9-A22A-492B-96F5-4B5E113EC700}">
      <dgm:prSet phldrT="[文字]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r>
            <a:rPr lang="en-US" altLang="zh-TW" dirty="0" smtClean="0"/>
            <a:t>me4</a:t>
          </a:r>
          <a:endParaRPr lang="zh-TW" altLang="en-US" dirty="0"/>
        </a:p>
      </dgm:t>
    </dgm:pt>
    <dgm:pt modelId="{33D4FA4F-3DFC-4E7F-9FDC-1BBD1AEFEC8D}" type="parTrans" cxnId="{11C924BB-C284-425A-B1D2-6A3C6C6DB8E0}">
      <dgm:prSet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endParaRPr lang="zh-TW" altLang="en-US"/>
        </a:p>
      </dgm:t>
    </dgm:pt>
    <dgm:pt modelId="{575B3BA0-5B86-43B3-B596-335819DA5443}" type="sibTrans" cxnId="{11C924BB-C284-425A-B1D2-6A3C6C6DB8E0}">
      <dgm:prSet/>
      <dgm:spPr/>
      <dgm:t>
        <a:bodyPr/>
        <a:lstStyle/>
        <a:p>
          <a:endParaRPr lang="zh-TW" altLang="en-US"/>
        </a:p>
      </dgm:t>
    </dgm:pt>
    <dgm:pt modelId="{159CD633-95A2-4A4F-BF76-788FF185963B}">
      <dgm:prSet phldrT="[文字]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r>
            <a:rPr lang="en-US" altLang="zh-TW" dirty="0" smtClean="0"/>
            <a:t>me5</a:t>
          </a:r>
          <a:endParaRPr lang="zh-TW" altLang="en-US" dirty="0"/>
        </a:p>
      </dgm:t>
    </dgm:pt>
    <dgm:pt modelId="{96D16557-919D-4EF8-8CA4-A3DC0AC5324D}" type="parTrans" cxnId="{FF28269B-ED4A-4F04-ADEF-FF9008E3C52A}">
      <dgm:prSet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endParaRPr lang="zh-TW" altLang="en-US"/>
        </a:p>
      </dgm:t>
    </dgm:pt>
    <dgm:pt modelId="{9024E551-1462-4C98-AD2C-673AB57B8AC9}" type="sibTrans" cxnId="{FF28269B-ED4A-4F04-ADEF-FF9008E3C52A}">
      <dgm:prSet/>
      <dgm:spPr/>
      <dgm:t>
        <a:bodyPr/>
        <a:lstStyle/>
        <a:p>
          <a:endParaRPr lang="zh-TW" altLang="en-US"/>
        </a:p>
      </dgm:t>
    </dgm:pt>
    <dgm:pt modelId="{BCD7A747-F4AD-48DF-8EF2-A80DA371AD7D}">
      <dgm:prSet phldrT="[文字]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r>
            <a:rPr lang="en-US" altLang="zh-TW" dirty="0" smtClean="0"/>
            <a:t>me6</a:t>
          </a:r>
          <a:endParaRPr lang="zh-TW" altLang="en-US" dirty="0"/>
        </a:p>
      </dgm:t>
    </dgm:pt>
    <dgm:pt modelId="{5DF5DF05-D694-41D6-A0E5-7BD95EC13647}" type="parTrans" cxnId="{8B83C1B7-76AD-463B-8F99-B98E6A823D38}">
      <dgm:prSet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  <dgm:t>
        <a:bodyPr/>
        <a:lstStyle/>
        <a:p>
          <a:endParaRPr lang="zh-TW" altLang="en-US"/>
        </a:p>
      </dgm:t>
    </dgm:pt>
    <dgm:pt modelId="{29279B0C-0425-4220-B416-AA4B9FFD47C3}" type="sibTrans" cxnId="{8B83C1B7-76AD-463B-8F99-B98E6A823D38}">
      <dgm:prSet/>
      <dgm:spPr/>
      <dgm:t>
        <a:bodyPr/>
        <a:lstStyle/>
        <a:p>
          <a:endParaRPr lang="zh-TW" altLang="en-US"/>
        </a:p>
      </dgm:t>
    </dgm:pt>
    <dgm:pt modelId="{FBD33EAB-C66A-48CF-B25B-D0C0EB04AD50}" type="pres">
      <dgm:prSet presAssocID="{D620D0B5-988A-4270-9B74-CE53060835A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D29197A0-1231-418F-9291-EC8BADC0B549}" type="pres">
      <dgm:prSet presAssocID="{ABC70649-9573-4DB5-A4D0-48D1E4BA6520}" presName="hierRoot1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22C091F8-1398-4E9D-BF8E-046AC272807D}" type="pres">
      <dgm:prSet presAssocID="{ABC70649-9573-4DB5-A4D0-48D1E4BA6520}" presName="composite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6274A419-4A69-4343-9B1B-B51385CEDA56}" type="pres">
      <dgm:prSet presAssocID="{ABC70649-9573-4DB5-A4D0-48D1E4BA6520}" presName="background" presStyleLbl="node0" presStyleIdx="0" presStyleCnt="1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347ADB57-9676-4745-863D-A5D2FA879342}" type="pres">
      <dgm:prSet presAssocID="{ABC70649-9573-4DB5-A4D0-48D1E4BA6520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9DB2E7D6-8563-4606-ADAA-9B51D9C61330}" type="pres">
      <dgm:prSet presAssocID="{ABC70649-9573-4DB5-A4D0-48D1E4BA6520}" presName="hierChild2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4E031B31-AADB-47C6-9424-A7A7BE9FBA6A}" type="pres">
      <dgm:prSet presAssocID="{C46DC4DB-558B-4B8A-A79A-E94AC093B9F9}" presName="Name10" presStyleLbl="parChTrans1D2" presStyleIdx="0" presStyleCnt="2"/>
      <dgm:spPr/>
      <dgm:t>
        <a:bodyPr/>
        <a:lstStyle/>
        <a:p>
          <a:endParaRPr lang="zh-TW" altLang="en-US"/>
        </a:p>
      </dgm:t>
    </dgm:pt>
    <dgm:pt modelId="{A1ABF7F4-A302-4EFE-B6E4-C15E0AE95803}" type="pres">
      <dgm:prSet presAssocID="{831BDE13-4854-44CD-B9BF-1A7DC91B05E8}" presName="hierRoot2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0650D1FE-FD22-4929-8B43-E968388758AA}" type="pres">
      <dgm:prSet presAssocID="{831BDE13-4854-44CD-B9BF-1A7DC91B05E8}" presName="composite2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A2CDD9E8-5A7E-40BE-9A1D-E4427AA3C88D}" type="pres">
      <dgm:prSet presAssocID="{831BDE13-4854-44CD-B9BF-1A7DC91B05E8}" presName="background2" presStyleLbl="node2" presStyleIdx="0" presStyleCnt="2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E7CA094C-A9F7-40F2-95E9-F98684214F48}" type="pres">
      <dgm:prSet presAssocID="{831BDE13-4854-44CD-B9BF-1A7DC91B05E8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C3611569-86D3-4314-90D3-D97A00E74987}" type="pres">
      <dgm:prSet presAssocID="{831BDE13-4854-44CD-B9BF-1A7DC91B05E8}" presName="hierChild3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1700914C-5634-41C7-9AF7-A5AD4CB35C78}" type="pres">
      <dgm:prSet presAssocID="{BEC3CC92-65B0-478B-ACA9-32E1E1F5A261}" presName="Name17" presStyleLbl="parChTrans1D3" presStyleIdx="0" presStyleCnt="3"/>
      <dgm:spPr/>
      <dgm:t>
        <a:bodyPr/>
        <a:lstStyle/>
        <a:p>
          <a:endParaRPr lang="zh-TW" altLang="en-US"/>
        </a:p>
      </dgm:t>
    </dgm:pt>
    <dgm:pt modelId="{BE43DB8F-5ADC-4020-9746-C881ABDA6DB0}" type="pres">
      <dgm:prSet presAssocID="{19F0209F-4FE1-419F-B191-A7922ADD5172}" presName="hierRoot3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8F31240C-596D-4571-9FB0-9C219F1B494E}" type="pres">
      <dgm:prSet presAssocID="{19F0209F-4FE1-419F-B191-A7922ADD5172}" presName="composite3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C989524B-C458-46CA-ACD6-EABBD877D39B}" type="pres">
      <dgm:prSet presAssocID="{19F0209F-4FE1-419F-B191-A7922ADD5172}" presName="background3" presStyleLbl="node3" presStyleIdx="0" presStyleCnt="3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52993B2F-821B-4C55-9035-5CF60F83E065}" type="pres">
      <dgm:prSet presAssocID="{19F0209F-4FE1-419F-B191-A7922ADD5172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62B3687F-7CC8-4CD6-AF58-63369669FCDB}" type="pres">
      <dgm:prSet presAssocID="{19F0209F-4FE1-419F-B191-A7922ADD5172}" presName="hierChild4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35CEE350-C00B-4C2C-91A3-A25716461BF6}" type="pres">
      <dgm:prSet presAssocID="{33D4FA4F-3DFC-4E7F-9FDC-1BBD1AEFEC8D}" presName="Name17" presStyleLbl="parChTrans1D3" presStyleIdx="1" presStyleCnt="3"/>
      <dgm:spPr/>
      <dgm:t>
        <a:bodyPr/>
        <a:lstStyle/>
        <a:p>
          <a:endParaRPr lang="zh-TW" altLang="en-US"/>
        </a:p>
      </dgm:t>
    </dgm:pt>
    <dgm:pt modelId="{1E894AC2-C9BC-4882-A345-AF22D841A373}" type="pres">
      <dgm:prSet presAssocID="{5CECD5E9-A22A-492B-96F5-4B5E113EC700}" presName="hierRoot3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8F17A355-ED22-44F1-9BE0-7591BEE2D01F}" type="pres">
      <dgm:prSet presAssocID="{5CECD5E9-A22A-492B-96F5-4B5E113EC700}" presName="composite3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12C423B3-DB69-4F39-AFBE-091B26754E2D}" type="pres">
      <dgm:prSet presAssocID="{5CECD5E9-A22A-492B-96F5-4B5E113EC700}" presName="background3" presStyleLbl="node3" presStyleIdx="1" presStyleCnt="3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68A90438-CCE1-48AC-B152-FFED8ED02098}" type="pres">
      <dgm:prSet presAssocID="{5CECD5E9-A22A-492B-96F5-4B5E113EC700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4F38DA58-6FFA-4856-85D9-560904EC3E53}" type="pres">
      <dgm:prSet presAssocID="{5CECD5E9-A22A-492B-96F5-4B5E113EC700}" presName="hierChild4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CCD1D3FF-095E-4977-9F06-D4248A4AEC86}" type="pres">
      <dgm:prSet presAssocID="{96D16557-919D-4EF8-8CA4-A3DC0AC5324D}" presName="Name10" presStyleLbl="parChTrans1D2" presStyleIdx="1" presStyleCnt="2"/>
      <dgm:spPr/>
      <dgm:t>
        <a:bodyPr/>
        <a:lstStyle/>
        <a:p>
          <a:endParaRPr lang="zh-TW" altLang="en-US"/>
        </a:p>
      </dgm:t>
    </dgm:pt>
    <dgm:pt modelId="{73A3079F-D667-4457-AB36-E2F4C19E4661}" type="pres">
      <dgm:prSet presAssocID="{159CD633-95A2-4A4F-BF76-788FF185963B}" presName="hierRoot2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02ACF820-B7F5-4941-977F-8AAC57288863}" type="pres">
      <dgm:prSet presAssocID="{159CD633-95A2-4A4F-BF76-788FF185963B}" presName="composite2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C183DC17-A121-4595-B5E2-CD8F5F719092}" type="pres">
      <dgm:prSet presAssocID="{159CD633-95A2-4A4F-BF76-788FF185963B}" presName="background2" presStyleLbl="node2" presStyleIdx="1" presStyleCnt="2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7D3E99A6-6897-4C39-8AD5-463E96F860B4}" type="pres">
      <dgm:prSet presAssocID="{159CD633-95A2-4A4F-BF76-788FF185963B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68B13415-25BE-4A1F-A2CB-12AAB8759A3E}" type="pres">
      <dgm:prSet presAssocID="{159CD633-95A2-4A4F-BF76-788FF185963B}" presName="hierChild3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0A1DB4C6-E3BF-4EE6-951B-3A0BDDA468B0}" type="pres">
      <dgm:prSet presAssocID="{5DF5DF05-D694-41D6-A0E5-7BD95EC13647}" presName="Name17" presStyleLbl="parChTrans1D3" presStyleIdx="2" presStyleCnt="3"/>
      <dgm:spPr/>
      <dgm:t>
        <a:bodyPr/>
        <a:lstStyle/>
        <a:p>
          <a:endParaRPr lang="zh-TW" altLang="en-US"/>
        </a:p>
      </dgm:t>
    </dgm:pt>
    <dgm:pt modelId="{55893AF1-EE1C-4F52-A2FF-FA7E60C80608}" type="pres">
      <dgm:prSet presAssocID="{BCD7A747-F4AD-48DF-8EF2-A80DA371AD7D}" presName="hierRoot3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415725E8-D8FA-4FBA-8515-ED8BB9958817}" type="pres">
      <dgm:prSet presAssocID="{BCD7A747-F4AD-48DF-8EF2-A80DA371AD7D}" presName="composite3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9757C6FD-1763-47EA-847D-848AF504F85E}" type="pres">
      <dgm:prSet presAssocID="{BCD7A747-F4AD-48DF-8EF2-A80DA371AD7D}" presName="background3" presStyleLbl="node3" presStyleIdx="2" presStyleCnt="3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  <dgm:pt modelId="{79064217-69F2-4F9F-8AF5-96FF4A191284}" type="pres">
      <dgm:prSet presAssocID="{BCD7A747-F4AD-48DF-8EF2-A80DA371AD7D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3B6010B5-3554-4525-A919-9E9C1076AFD6}" type="pres">
      <dgm:prSet presAssocID="{BCD7A747-F4AD-48DF-8EF2-A80DA371AD7D}" presName="hierChild4" presStyleCnt="0"/>
      <dgm:spPr>
        <a:ln w="34925">
          <a:solidFill>
            <a:srgbClr val="FFFFFF"/>
          </a:solidFill>
        </a:ln>
        <a:effectLst>
          <a:outerShdw blurRad="317500" dir="2700000" algn="ctr">
            <a:srgbClr val="000000">
              <a:alpha val="43000"/>
            </a:srgbClr>
          </a:outerShdw>
        </a:effectLst>
        <a:scene3d>
          <a:camera prst="perspectiveFront" fov="2700000">
            <a:rot lat="19086000" lon="19067999" rev="3108000"/>
          </a:camera>
          <a:lightRig rig="threePt" dir="t">
            <a:rot lat="0" lon="0" rev="0"/>
          </a:lightRig>
        </a:scene3d>
        <a:sp3d extrusionH="38100" prstMaterial="clear">
          <a:bevelT w="260350" h="50800" prst="softRound"/>
          <a:bevelB prst="softRound"/>
        </a:sp3d>
      </dgm:spPr>
    </dgm:pt>
  </dgm:ptLst>
  <dgm:cxnLst>
    <dgm:cxn modelId="{D4334A52-1D66-4815-8028-3058296D0C46}" type="presOf" srcId="{C46DC4DB-558B-4B8A-A79A-E94AC093B9F9}" destId="{4E031B31-AADB-47C6-9424-A7A7BE9FBA6A}" srcOrd="0" destOrd="0" presId="urn:microsoft.com/office/officeart/2005/8/layout/hierarchy1"/>
    <dgm:cxn modelId="{F46E26D9-0FDE-4486-8940-541D149C9F81}" type="presOf" srcId="{D620D0B5-988A-4270-9B74-CE53060835A4}" destId="{FBD33EAB-C66A-48CF-B25B-D0C0EB04AD50}" srcOrd="0" destOrd="0" presId="urn:microsoft.com/office/officeart/2005/8/layout/hierarchy1"/>
    <dgm:cxn modelId="{4E120068-4CD5-49C5-BA7E-37F0D03C497E}" type="presOf" srcId="{5CECD5E9-A22A-492B-96F5-4B5E113EC700}" destId="{68A90438-CCE1-48AC-B152-FFED8ED02098}" srcOrd="0" destOrd="0" presId="urn:microsoft.com/office/officeart/2005/8/layout/hierarchy1"/>
    <dgm:cxn modelId="{8B83C1B7-76AD-463B-8F99-B98E6A823D38}" srcId="{159CD633-95A2-4A4F-BF76-788FF185963B}" destId="{BCD7A747-F4AD-48DF-8EF2-A80DA371AD7D}" srcOrd="0" destOrd="0" parTransId="{5DF5DF05-D694-41D6-A0E5-7BD95EC13647}" sibTransId="{29279B0C-0425-4220-B416-AA4B9FFD47C3}"/>
    <dgm:cxn modelId="{4EBC363B-99E7-4AE5-B32C-54F3D75EAE24}" type="presOf" srcId="{BCD7A747-F4AD-48DF-8EF2-A80DA371AD7D}" destId="{79064217-69F2-4F9F-8AF5-96FF4A191284}" srcOrd="0" destOrd="0" presId="urn:microsoft.com/office/officeart/2005/8/layout/hierarchy1"/>
    <dgm:cxn modelId="{11C924BB-C284-425A-B1D2-6A3C6C6DB8E0}" srcId="{831BDE13-4854-44CD-B9BF-1A7DC91B05E8}" destId="{5CECD5E9-A22A-492B-96F5-4B5E113EC700}" srcOrd="1" destOrd="0" parTransId="{33D4FA4F-3DFC-4E7F-9FDC-1BBD1AEFEC8D}" sibTransId="{575B3BA0-5B86-43B3-B596-335819DA5443}"/>
    <dgm:cxn modelId="{832F1992-AA80-48A1-A77F-8347D7F3CAB6}" type="presOf" srcId="{96D16557-919D-4EF8-8CA4-A3DC0AC5324D}" destId="{CCD1D3FF-095E-4977-9F06-D4248A4AEC86}" srcOrd="0" destOrd="0" presId="urn:microsoft.com/office/officeart/2005/8/layout/hierarchy1"/>
    <dgm:cxn modelId="{B2ED246F-D044-46F1-A8BD-BD725CF2CBE5}" type="presOf" srcId="{19F0209F-4FE1-419F-B191-A7922ADD5172}" destId="{52993B2F-821B-4C55-9035-5CF60F83E065}" srcOrd="0" destOrd="0" presId="urn:microsoft.com/office/officeart/2005/8/layout/hierarchy1"/>
    <dgm:cxn modelId="{D6D571B9-299E-4FA7-9402-795F40152460}" type="presOf" srcId="{5DF5DF05-D694-41D6-A0E5-7BD95EC13647}" destId="{0A1DB4C6-E3BF-4EE6-951B-3A0BDDA468B0}" srcOrd="0" destOrd="0" presId="urn:microsoft.com/office/officeart/2005/8/layout/hierarchy1"/>
    <dgm:cxn modelId="{21C67AFA-DDE2-4169-A924-1667F4EBB096}" type="presOf" srcId="{159CD633-95A2-4A4F-BF76-788FF185963B}" destId="{7D3E99A6-6897-4C39-8AD5-463E96F860B4}" srcOrd="0" destOrd="0" presId="urn:microsoft.com/office/officeart/2005/8/layout/hierarchy1"/>
    <dgm:cxn modelId="{9F4EEAB9-4373-4D26-AD04-6B036803D7F3}" srcId="{ABC70649-9573-4DB5-A4D0-48D1E4BA6520}" destId="{831BDE13-4854-44CD-B9BF-1A7DC91B05E8}" srcOrd="0" destOrd="0" parTransId="{C46DC4DB-558B-4B8A-A79A-E94AC093B9F9}" sibTransId="{0A035D5D-6C90-471C-A4BF-369F8DA939C6}"/>
    <dgm:cxn modelId="{919B4902-D1AE-4859-B235-F6C5DF0F09BC}" type="presOf" srcId="{33D4FA4F-3DFC-4E7F-9FDC-1BBD1AEFEC8D}" destId="{35CEE350-C00B-4C2C-91A3-A25716461BF6}" srcOrd="0" destOrd="0" presId="urn:microsoft.com/office/officeart/2005/8/layout/hierarchy1"/>
    <dgm:cxn modelId="{455A20A3-CE7E-42B5-8156-B232F825DD04}" type="presOf" srcId="{BEC3CC92-65B0-478B-ACA9-32E1E1F5A261}" destId="{1700914C-5634-41C7-9AF7-A5AD4CB35C78}" srcOrd="0" destOrd="0" presId="urn:microsoft.com/office/officeart/2005/8/layout/hierarchy1"/>
    <dgm:cxn modelId="{5EE669B6-A6EE-460C-AC47-73A0A9488F8D}" srcId="{D620D0B5-988A-4270-9B74-CE53060835A4}" destId="{ABC70649-9573-4DB5-A4D0-48D1E4BA6520}" srcOrd="0" destOrd="0" parTransId="{3FD2ABD7-F6D0-4499-9DFA-927F4D297C72}" sibTransId="{BEEC7542-8B44-4003-9E0E-FA2E8F16BB17}"/>
    <dgm:cxn modelId="{C9989596-B47A-407A-86E0-606D9F9793F9}" type="presOf" srcId="{831BDE13-4854-44CD-B9BF-1A7DC91B05E8}" destId="{E7CA094C-A9F7-40F2-95E9-F98684214F48}" srcOrd="0" destOrd="0" presId="urn:microsoft.com/office/officeart/2005/8/layout/hierarchy1"/>
    <dgm:cxn modelId="{8D16CC3A-6751-40B9-904B-5229696508EC}" srcId="{831BDE13-4854-44CD-B9BF-1A7DC91B05E8}" destId="{19F0209F-4FE1-419F-B191-A7922ADD5172}" srcOrd="0" destOrd="0" parTransId="{BEC3CC92-65B0-478B-ACA9-32E1E1F5A261}" sibTransId="{A5A2C6D1-3BE7-4461-9FEB-3E63E3E52B4A}"/>
    <dgm:cxn modelId="{FF28269B-ED4A-4F04-ADEF-FF9008E3C52A}" srcId="{ABC70649-9573-4DB5-A4D0-48D1E4BA6520}" destId="{159CD633-95A2-4A4F-BF76-788FF185963B}" srcOrd="1" destOrd="0" parTransId="{96D16557-919D-4EF8-8CA4-A3DC0AC5324D}" sibTransId="{9024E551-1462-4C98-AD2C-673AB57B8AC9}"/>
    <dgm:cxn modelId="{667EAA5F-32EB-48EA-8BEC-014AED77C524}" type="presOf" srcId="{ABC70649-9573-4DB5-A4D0-48D1E4BA6520}" destId="{347ADB57-9676-4745-863D-A5D2FA879342}" srcOrd="0" destOrd="0" presId="urn:microsoft.com/office/officeart/2005/8/layout/hierarchy1"/>
    <dgm:cxn modelId="{CA88E12E-9CD9-4CCB-9771-88BE68330EC2}" type="presParOf" srcId="{FBD33EAB-C66A-48CF-B25B-D0C0EB04AD50}" destId="{D29197A0-1231-418F-9291-EC8BADC0B549}" srcOrd="0" destOrd="0" presId="urn:microsoft.com/office/officeart/2005/8/layout/hierarchy1"/>
    <dgm:cxn modelId="{3F2A98A9-BEC2-4BC8-87B5-BA6830EDAE15}" type="presParOf" srcId="{D29197A0-1231-418F-9291-EC8BADC0B549}" destId="{22C091F8-1398-4E9D-BF8E-046AC272807D}" srcOrd="0" destOrd="0" presId="urn:microsoft.com/office/officeart/2005/8/layout/hierarchy1"/>
    <dgm:cxn modelId="{BD28F9E2-1992-4066-BC4F-F9B6A2030027}" type="presParOf" srcId="{22C091F8-1398-4E9D-BF8E-046AC272807D}" destId="{6274A419-4A69-4343-9B1B-B51385CEDA56}" srcOrd="0" destOrd="0" presId="urn:microsoft.com/office/officeart/2005/8/layout/hierarchy1"/>
    <dgm:cxn modelId="{D57D9D4B-78D1-4F29-992D-53CDE6DB4EA3}" type="presParOf" srcId="{22C091F8-1398-4E9D-BF8E-046AC272807D}" destId="{347ADB57-9676-4745-863D-A5D2FA879342}" srcOrd="1" destOrd="0" presId="urn:microsoft.com/office/officeart/2005/8/layout/hierarchy1"/>
    <dgm:cxn modelId="{E94E5640-7D66-4D36-9FA7-8259C58472A0}" type="presParOf" srcId="{D29197A0-1231-418F-9291-EC8BADC0B549}" destId="{9DB2E7D6-8563-4606-ADAA-9B51D9C61330}" srcOrd="1" destOrd="0" presId="urn:microsoft.com/office/officeart/2005/8/layout/hierarchy1"/>
    <dgm:cxn modelId="{E000E6F8-2D08-4ACD-86DA-94B3730B7897}" type="presParOf" srcId="{9DB2E7D6-8563-4606-ADAA-9B51D9C61330}" destId="{4E031B31-AADB-47C6-9424-A7A7BE9FBA6A}" srcOrd="0" destOrd="0" presId="urn:microsoft.com/office/officeart/2005/8/layout/hierarchy1"/>
    <dgm:cxn modelId="{83D0DE5A-5C01-4C7A-B0CF-66923562D7E9}" type="presParOf" srcId="{9DB2E7D6-8563-4606-ADAA-9B51D9C61330}" destId="{A1ABF7F4-A302-4EFE-B6E4-C15E0AE95803}" srcOrd="1" destOrd="0" presId="urn:microsoft.com/office/officeart/2005/8/layout/hierarchy1"/>
    <dgm:cxn modelId="{8F19323D-5C94-4915-98E5-CF1C148E64EA}" type="presParOf" srcId="{A1ABF7F4-A302-4EFE-B6E4-C15E0AE95803}" destId="{0650D1FE-FD22-4929-8B43-E968388758AA}" srcOrd="0" destOrd="0" presId="urn:microsoft.com/office/officeart/2005/8/layout/hierarchy1"/>
    <dgm:cxn modelId="{9B880E6D-A483-45E4-B780-DAF6901837D4}" type="presParOf" srcId="{0650D1FE-FD22-4929-8B43-E968388758AA}" destId="{A2CDD9E8-5A7E-40BE-9A1D-E4427AA3C88D}" srcOrd="0" destOrd="0" presId="urn:microsoft.com/office/officeart/2005/8/layout/hierarchy1"/>
    <dgm:cxn modelId="{0136D2D3-D68C-4448-B433-C04C02674C43}" type="presParOf" srcId="{0650D1FE-FD22-4929-8B43-E968388758AA}" destId="{E7CA094C-A9F7-40F2-95E9-F98684214F48}" srcOrd="1" destOrd="0" presId="urn:microsoft.com/office/officeart/2005/8/layout/hierarchy1"/>
    <dgm:cxn modelId="{A6A7D26E-6583-4AF7-AA58-991D12450CA7}" type="presParOf" srcId="{A1ABF7F4-A302-4EFE-B6E4-C15E0AE95803}" destId="{C3611569-86D3-4314-90D3-D97A00E74987}" srcOrd="1" destOrd="0" presId="urn:microsoft.com/office/officeart/2005/8/layout/hierarchy1"/>
    <dgm:cxn modelId="{354617E5-79B3-4E6C-B256-D4B895710A74}" type="presParOf" srcId="{C3611569-86D3-4314-90D3-D97A00E74987}" destId="{1700914C-5634-41C7-9AF7-A5AD4CB35C78}" srcOrd="0" destOrd="0" presId="urn:microsoft.com/office/officeart/2005/8/layout/hierarchy1"/>
    <dgm:cxn modelId="{0D785EDE-0C5D-4D57-B134-FDDE3B116CBB}" type="presParOf" srcId="{C3611569-86D3-4314-90D3-D97A00E74987}" destId="{BE43DB8F-5ADC-4020-9746-C881ABDA6DB0}" srcOrd="1" destOrd="0" presId="urn:microsoft.com/office/officeart/2005/8/layout/hierarchy1"/>
    <dgm:cxn modelId="{54D5F2F9-3BBF-4863-A5C0-3F1B6AA23E34}" type="presParOf" srcId="{BE43DB8F-5ADC-4020-9746-C881ABDA6DB0}" destId="{8F31240C-596D-4571-9FB0-9C219F1B494E}" srcOrd="0" destOrd="0" presId="urn:microsoft.com/office/officeart/2005/8/layout/hierarchy1"/>
    <dgm:cxn modelId="{BFEC06B1-7A5B-4A83-88A4-D1E67E1A22E5}" type="presParOf" srcId="{8F31240C-596D-4571-9FB0-9C219F1B494E}" destId="{C989524B-C458-46CA-ACD6-EABBD877D39B}" srcOrd="0" destOrd="0" presId="urn:microsoft.com/office/officeart/2005/8/layout/hierarchy1"/>
    <dgm:cxn modelId="{B31C1251-D04B-4B5B-804B-F5510CD9D80B}" type="presParOf" srcId="{8F31240C-596D-4571-9FB0-9C219F1B494E}" destId="{52993B2F-821B-4C55-9035-5CF60F83E065}" srcOrd="1" destOrd="0" presId="urn:microsoft.com/office/officeart/2005/8/layout/hierarchy1"/>
    <dgm:cxn modelId="{4D5FB7EB-E883-49AA-BF41-1A2610F016B9}" type="presParOf" srcId="{BE43DB8F-5ADC-4020-9746-C881ABDA6DB0}" destId="{62B3687F-7CC8-4CD6-AF58-63369669FCDB}" srcOrd="1" destOrd="0" presId="urn:microsoft.com/office/officeart/2005/8/layout/hierarchy1"/>
    <dgm:cxn modelId="{9C51FE31-568F-4B7E-89E7-9256AFA05027}" type="presParOf" srcId="{C3611569-86D3-4314-90D3-D97A00E74987}" destId="{35CEE350-C00B-4C2C-91A3-A25716461BF6}" srcOrd="2" destOrd="0" presId="urn:microsoft.com/office/officeart/2005/8/layout/hierarchy1"/>
    <dgm:cxn modelId="{589C4D8F-50FF-48DB-BB97-04C2A5246186}" type="presParOf" srcId="{C3611569-86D3-4314-90D3-D97A00E74987}" destId="{1E894AC2-C9BC-4882-A345-AF22D841A373}" srcOrd="3" destOrd="0" presId="urn:microsoft.com/office/officeart/2005/8/layout/hierarchy1"/>
    <dgm:cxn modelId="{95583847-6E63-4917-9AB9-3611E2768DC7}" type="presParOf" srcId="{1E894AC2-C9BC-4882-A345-AF22D841A373}" destId="{8F17A355-ED22-44F1-9BE0-7591BEE2D01F}" srcOrd="0" destOrd="0" presId="urn:microsoft.com/office/officeart/2005/8/layout/hierarchy1"/>
    <dgm:cxn modelId="{EA1588FA-8780-4CC0-B99B-AF9DA75BDC15}" type="presParOf" srcId="{8F17A355-ED22-44F1-9BE0-7591BEE2D01F}" destId="{12C423B3-DB69-4F39-AFBE-091B26754E2D}" srcOrd="0" destOrd="0" presId="urn:microsoft.com/office/officeart/2005/8/layout/hierarchy1"/>
    <dgm:cxn modelId="{FE02D594-ACAD-4837-B283-903F796360FA}" type="presParOf" srcId="{8F17A355-ED22-44F1-9BE0-7591BEE2D01F}" destId="{68A90438-CCE1-48AC-B152-FFED8ED02098}" srcOrd="1" destOrd="0" presId="urn:microsoft.com/office/officeart/2005/8/layout/hierarchy1"/>
    <dgm:cxn modelId="{6641DEF2-7CBC-4541-906B-56435166EB1C}" type="presParOf" srcId="{1E894AC2-C9BC-4882-A345-AF22D841A373}" destId="{4F38DA58-6FFA-4856-85D9-560904EC3E53}" srcOrd="1" destOrd="0" presId="urn:microsoft.com/office/officeart/2005/8/layout/hierarchy1"/>
    <dgm:cxn modelId="{1E5D8A37-9D8B-43ED-8385-11E1547D83D2}" type="presParOf" srcId="{9DB2E7D6-8563-4606-ADAA-9B51D9C61330}" destId="{CCD1D3FF-095E-4977-9F06-D4248A4AEC86}" srcOrd="2" destOrd="0" presId="urn:microsoft.com/office/officeart/2005/8/layout/hierarchy1"/>
    <dgm:cxn modelId="{B0EE2ECE-D5F7-44E8-94C9-F0C973F842CE}" type="presParOf" srcId="{9DB2E7D6-8563-4606-ADAA-9B51D9C61330}" destId="{73A3079F-D667-4457-AB36-E2F4C19E4661}" srcOrd="3" destOrd="0" presId="urn:microsoft.com/office/officeart/2005/8/layout/hierarchy1"/>
    <dgm:cxn modelId="{14F6EFB3-B9E4-4908-8A8F-2D133DB019B7}" type="presParOf" srcId="{73A3079F-D667-4457-AB36-E2F4C19E4661}" destId="{02ACF820-B7F5-4941-977F-8AAC57288863}" srcOrd="0" destOrd="0" presId="urn:microsoft.com/office/officeart/2005/8/layout/hierarchy1"/>
    <dgm:cxn modelId="{F5F74D80-DFC7-4D01-96F3-1224A5796383}" type="presParOf" srcId="{02ACF820-B7F5-4941-977F-8AAC57288863}" destId="{C183DC17-A121-4595-B5E2-CD8F5F719092}" srcOrd="0" destOrd="0" presId="urn:microsoft.com/office/officeart/2005/8/layout/hierarchy1"/>
    <dgm:cxn modelId="{A417DB33-7433-4D79-AF60-EEFEC83340A1}" type="presParOf" srcId="{02ACF820-B7F5-4941-977F-8AAC57288863}" destId="{7D3E99A6-6897-4C39-8AD5-463E96F860B4}" srcOrd="1" destOrd="0" presId="urn:microsoft.com/office/officeart/2005/8/layout/hierarchy1"/>
    <dgm:cxn modelId="{19A12907-9928-48AA-A12E-A0193F0EA705}" type="presParOf" srcId="{73A3079F-D667-4457-AB36-E2F4C19E4661}" destId="{68B13415-25BE-4A1F-A2CB-12AAB8759A3E}" srcOrd="1" destOrd="0" presId="urn:microsoft.com/office/officeart/2005/8/layout/hierarchy1"/>
    <dgm:cxn modelId="{5D79B2D1-C00D-4313-A363-649B2AF9CCF1}" type="presParOf" srcId="{68B13415-25BE-4A1F-A2CB-12AAB8759A3E}" destId="{0A1DB4C6-E3BF-4EE6-951B-3A0BDDA468B0}" srcOrd="0" destOrd="0" presId="urn:microsoft.com/office/officeart/2005/8/layout/hierarchy1"/>
    <dgm:cxn modelId="{EF149300-C6AA-4B76-AF09-C936BEF60606}" type="presParOf" srcId="{68B13415-25BE-4A1F-A2CB-12AAB8759A3E}" destId="{55893AF1-EE1C-4F52-A2FF-FA7E60C80608}" srcOrd="1" destOrd="0" presId="urn:microsoft.com/office/officeart/2005/8/layout/hierarchy1"/>
    <dgm:cxn modelId="{7B1DB211-3F48-418A-B622-13EA355DFC06}" type="presParOf" srcId="{55893AF1-EE1C-4F52-A2FF-FA7E60C80608}" destId="{415725E8-D8FA-4FBA-8515-ED8BB9958817}" srcOrd="0" destOrd="0" presId="urn:microsoft.com/office/officeart/2005/8/layout/hierarchy1"/>
    <dgm:cxn modelId="{9F568697-5FBE-4A52-9AA0-72E5758A6B0A}" type="presParOf" srcId="{415725E8-D8FA-4FBA-8515-ED8BB9958817}" destId="{9757C6FD-1763-47EA-847D-848AF504F85E}" srcOrd="0" destOrd="0" presId="urn:microsoft.com/office/officeart/2005/8/layout/hierarchy1"/>
    <dgm:cxn modelId="{2C5FFC15-9F71-4BCB-BA0C-2F4C896247BF}" type="presParOf" srcId="{415725E8-D8FA-4FBA-8515-ED8BB9958817}" destId="{79064217-69F2-4F9F-8AF5-96FF4A191284}" srcOrd="1" destOrd="0" presId="urn:microsoft.com/office/officeart/2005/8/layout/hierarchy1"/>
    <dgm:cxn modelId="{0FE4B5B1-A5CE-4446-83ED-39ED179DA86C}" type="presParOf" srcId="{55893AF1-EE1C-4F52-A2FF-FA7E60C80608}" destId="{3B6010B5-3554-4525-A919-9E9C1076AFD6}" srcOrd="1" destOrd="0" presId="urn:microsoft.com/office/officeart/2005/8/layout/hierarchy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89F9F-C013-471D-963F-E88CD11A217D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3ADFC3-CCBF-4339-B318-C857346C53B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ADFC3-CCBF-4339-B318-C857346C53BE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2007/5/27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雲朵形 9"/>
          <p:cNvSpPr/>
          <p:nvPr/>
        </p:nvSpPr>
        <p:spPr>
          <a:xfrm>
            <a:off x="4214810" y="4643446"/>
            <a:ext cx="3929090" cy="1714512"/>
          </a:xfrm>
          <a:prstGeom prst="cloud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smtClean="0"/>
              <a:t>Rule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Y…</a:t>
            </a:r>
            <a:endParaRPr lang="zh-TW" altLang="en-US" sz="3600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Model Elements, Triggers, Recommenders and the Rule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3857620" y="4500570"/>
            <a:ext cx="3929090" cy="1714512"/>
          </a:xfrm>
          <a:prstGeom prst="cloud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smtClean="0"/>
              <a:t>Rule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X</a:t>
            </a:r>
            <a:endParaRPr lang="zh-TW" altLang="en-US" sz="3600" dirty="0"/>
          </a:p>
        </p:txBody>
      </p:sp>
      <p:sp>
        <p:nvSpPr>
          <p:cNvPr id="20" name="向右箭號圖說文字 19"/>
          <p:cNvSpPr/>
          <p:nvPr/>
        </p:nvSpPr>
        <p:spPr>
          <a:xfrm rot="17081927">
            <a:off x="5369907" y="3820540"/>
            <a:ext cx="2273218" cy="584551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1705"/>
            </a:avLst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recommender6</a:t>
            </a:r>
            <a:endParaRPr lang="zh-TW" altLang="en-US" sz="1400" dirty="0"/>
          </a:p>
        </p:txBody>
      </p:sp>
      <p:sp>
        <p:nvSpPr>
          <p:cNvPr id="22" name="向右箭號圖說文字 21"/>
          <p:cNvSpPr/>
          <p:nvPr/>
        </p:nvSpPr>
        <p:spPr>
          <a:xfrm rot="3734531">
            <a:off x="2531415" y="3504156"/>
            <a:ext cx="4617192" cy="708127"/>
          </a:xfrm>
          <a:prstGeom prst="rightArrowCallout">
            <a:avLst>
              <a:gd name="adj1" fmla="val 25000"/>
              <a:gd name="adj2" fmla="val 23492"/>
              <a:gd name="adj3" fmla="val 25000"/>
              <a:gd name="adj4" fmla="val 30966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trigger1</a:t>
            </a:r>
            <a:endParaRPr lang="zh-TW" altLang="en-US" dirty="0"/>
          </a:p>
        </p:txBody>
      </p:sp>
      <p:sp>
        <p:nvSpPr>
          <p:cNvPr id="19" name="向右箭號圖說文字 18"/>
          <p:cNvSpPr/>
          <p:nvPr/>
        </p:nvSpPr>
        <p:spPr>
          <a:xfrm rot="1754560">
            <a:off x="2776653" y="4998843"/>
            <a:ext cx="2428892" cy="595173"/>
          </a:xfrm>
          <a:prstGeom prst="rightArrowCallou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trigger3</a:t>
            </a:r>
            <a:endParaRPr lang="zh-TW" altLang="en-US" dirty="0"/>
          </a:p>
        </p:txBody>
      </p:sp>
      <p:sp>
        <p:nvSpPr>
          <p:cNvPr id="21" name="向右箭號圖說文字 20"/>
          <p:cNvSpPr/>
          <p:nvPr/>
        </p:nvSpPr>
        <p:spPr>
          <a:xfrm rot="12560068">
            <a:off x="3384922" y="4731987"/>
            <a:ext cx="2322977" cy="428094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2131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recommender3</a:t>
            </a:r>
            <a:endParaRPr lang="zh-TW" altLang="en-US" sz="1400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</p:nvPr>
        </p:nvGraphicFramePr>
        <p:xfrm>
          <a:off x="-642974" y="571480"/>
          <a:ext cx="9144000" cy="428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文字方塊 22"/>
          <p:cNvSpPr txBox="1"/>
          <p:nvPr/>
        </p:nvSpPr>
        <p:spPr>
          <a:xfrm>
            <a:off x="571472" y="5500702"/>
            <a:ext cx="2857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 smtClean="0"/>
              <a:t>Case:</a:t>
            </a:r>
            <a:r>
              <a:rPr lang="zh-TW" altLang="en-US" i="1" dirty="0" smtClean="0"/>
              <a:t> </a:t>
            </a:r>
            <a:r>
              <a:rPr lang="en-US" altLang="zh-TW" i="1" dirty="0" smtClean="0"/>
              <a:t>the</a:t>
            </a:r>
            <a:r>
              <a:rPr lang="zh-TW" altLang="en-US" i="1" dirty="0" smtClean="0"/>
              <a:t> </a:t>
            </a:r>
            <a:r>
              <a:rPr lang="en-US" altLang="zh-TW" i="1" dirty="0" smtClean="0"/>
              <a:t>modification</a:t>
            </a:r>
            <a:r>
              <a:rPr lang="zh-TW" altLang="en-US" i="1" dirty="0" smtClean="0"/>
              <a:t> </a:t>
            </a:r>
            <a:r>
              <a:rPr lang="en-US" altLang="zh-TW" i="1" dirty="0" smtClean="0"/>
              <a:t>of</a:t>
            </a:r>
            <a:r>
              <a:rPr lang="zh-TW" altLang="en-US" i="1" dirty="0" smtClean="0"/>
              <a:t> </a:t>
            </a:r>
            <a:r>
              <a:rPr lang="en-US" altLang="zh-TW" b="1" dirty="0" smtClean="0"/>
              <a:t>me1</a:t>
            </a:r>
            <a:r>
              <a:rPr lang="zh-TW" altLang="en-US" b="1" dirty="0" smtClean="0"/>
              <a:t> </a:t>
            </a:r>
            <a:r>
              <a:rPr lang="en-US" altLang="zh-TW" i="1" dirty="0" smtClean="0"/>
              <a:t>triggers</a:t>
            </a:r>
            <a:r>
              <a:rPr lang="zh-TW" altLang="en-US" i="1" dirty="0" smtClean="0"/>
              <a:t> </a:t>
            </a:r>
            <a:r>
              <a:rPr lang="en-US" altLang="zh-TW" i="1" dirty="0" smtClean="0"/>
              <a:t>some</a:t>
            </a:r>
            <a:r>
              <a:rPr lang="zh-TW" altLang="en-US" i="1" dirty="0" smtClean="0"/>
              <a:t> </a:t>
            </a:r>
            <a:r>
              <a:rPr lang="en-US" altLang="zh-TW" i="1" dirty="0" smtClean="0"/>
              <a:t>recommendation</a:t>
            </a:r>
            <a:r>
              <a:rPr lang="zh-TW" altLang="en-US" i="1" dirty="0" smtClean="0"/>
              <a:t> </a:t>
            </a:r>
            <a:r>
              <a:rPr lang="en-US" altLang="zh-TW" i="1" dirty="0" smtClean="0"/>
              <a:t>on</a:t>
            </a:r>
            <a:r>
              <a:rPr lang="zh-TW" altLang="en-US" i="1" dirty="0" smtClean="0"/>
              <a:t> </a:t>
            </a:r>
            <a:r>
              <a:rPr lang="en-US" altLang="zh-TW" b="1" dirty="0" smtClean="0"/>
              <a:t>me3</a:t>
            </a:r>
            <a:r>
              <a:rPr lang="en-US" altLang="zh-TW" i="1" dirty="0" smtClean="0"/>
              <a:t>.</a:t>
            </a:r>
            <a:endParaRPr lang="zh-TW" alt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37</Words>
  <PresentationFormat>如螢幕大小 (4:3)</PresentationFormat>
  <Paragraphs>15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Model Elements, Triggers, Recommenders and the Rule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Elements, Triggers, Recommenders and the Rule</dc:title>
  <cp:lastModifiedBy>高振益</cp:lastModifiedBy>
  <cp:revision>16</cp:revision>
  <dcterms:modified xsi:type="dcterms:W3CDTF">2007-05-27T12:23:26Z</dcterms:modified>
</cp:coreProperties>
</file>